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/Relationships>
</file>

<file path=ppt/notesMasters/_rels/notesMaster1.xml.rels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hf dt="1" hdr="1" ftr="1" sldNum="1"/>
  <p:notesStyle/>
</p:notesMaster>
</file>

<file path=ppt/notesSlides/_rels/notesSlide1.xml.rels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 must survive the round trip.</a:t>
            </a:r>
          </a:p>
        </p:txBody>
      </p:sp>
    </p:spTree>
  </p:cSld>
  <p:clrMapOvr>
    <a:masterClrMapping/>
  </p:clrMapOvr>
</p:note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57200"/>
            <a:ext cx="10972800" cy="13716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LemmaComputer Office regression presentation</a:t>
            </a:r>
          </a:p>
        </p:txBody>
      </p:sp>
      <p:pic>
        <p:nvPicPr>
          <p:cNvPr id="3" name="Regression pixel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mmaCompu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iberation Sans"/>
      </a:majorFont>
      <a:minorFont>
        <a:latin typeface="Liberation San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